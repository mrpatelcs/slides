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9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E959A-1917-2714-BB33-1B1204545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F9C67-C377-747A-E16A-FA00BBF07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6E771-34AA-FD2D-88B0-2B05CB88E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BF5C-8B73-4664-9B25-5FA997FFEB7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A0DA2-74AC-CA0D-42C2-6FF3D55B6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5F75B-8895-EA69-8D50-983FE002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59E9-3B7A-4322-AF1F-49E1B2AAEF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984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4E860-53E4-B207-0041-CAA418FD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DF434-7B04-9212-EBA5-49ACF5485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16336-79A3-9185-6F4A-06CCC753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BF5C-8B73-4664-9B25-5FA997FFEB7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61546-D009-72D0-603F-B14691038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8D330-291E-BD4D-AE5A-4F19D802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59E9-3B7A-4322-AF1F-49E1B2AAEF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072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481C-D41B-7787-DAB2-2D6766F6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9445-2473-21A0-DF47-3B18353A1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AF700-F6E3-1B11-B1C5-238CAFACD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BF5C-8B73-4664-9B25-5FA997FFEB7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CA164-EDC9-125B-F262-64DA32D01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1B31F-7F45-6CBC-36D7-11D1F9EEC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59E9-3B7A-4322-AF1F-49E1B2AAEF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27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330D-0D17-EB7C-42FA-0FF49E2CB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75C37-A181-DFC3-4946-BBD2D5063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5309B-1D7C-0111-F4DF-9F543A4A0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8B2F2-45A9-F031-5869-1C8DB01D8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BF5C-8B73-4664-9B25-5FA997FFEB7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542A2-8FB2-5050-7078-65F0E39AB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FD802-D102-D338-DD1A-65E7B500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59E9-3B7A-4322-AF1F-49E1B2AAEF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641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723F2-B08F-1407-7C1A-B77E7AE00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A6942-D27C-E4D5-553B-6471800D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730BC-E2FB-C6B3-46C1-646A6DE5D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5862B-DF11-2CC3-805A-07E8F4CDD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D87CB3-7F40-64E1-4750-90CDD0AEF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EC30B8-8E02-7023-8F97-9F3132A32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BF5C-8B73-4664-9B25-5FA997FFEB7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19C84-90CB-311B-24EC-B4EC31FB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3DA7F5-6A76-F4D3-F1AA-8A10D49A9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59E9-3B7A-4322-AF1F-49E1B2AAEF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5925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B34EA6-5C34-7E7C-A0E1-F70849F3D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BF5C-8B73-4664-9B25-5FA997FFEB7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137EC-692A-34D0-1964-6E839A47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DC2AC-DB32-2C66-85AB-1D55CF6E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59E9-3B7A-4322-AF1F-49E1B2AAEFDA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صورة 4" descr="صورة تحتوي على لقطة شاشة, الرسومات, رسم بياني, تصميم الجرافيك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48432834-6FB8-962B-BEC0-D2DCD185F3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3089"/>
          <a:stretch>
            <a:fillRect/>
          </a:stretch>
        </p:blipFill>
        <p:spPr>
          <a:xfrm>
            <a:off x="2834032" y="0"/>
            <a:ext cx="9286082" cy="67910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5C9B17-CC2C-1507-3CD4-788DE16A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0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8A903-2418-A1D8-3E8D-966EF8A66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BF5C-8B73-4664-9B25-5FA997FFEB7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CBC0C4-D901-9C5E-389F-ECA4BF29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B7930-5C3A-A945-FB6E-662EFE4EC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59E9-3B7A-4322-AF1F-49E1B2AAEFDA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صورة 3" descr="صورة تحتوي على لقطة شاشة, الرسومات, تصميم الجرافيك, التصمي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978EBD0F-30D3-20D9-F6F2-63EB5D1032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8626"/>
            <a:ext cx="12192000" cy="685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3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6183D-BD23-768A-8F79-3B3001416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4C3FC-53EC-ABFD-8153-F55B516F3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B45D0-2727-10A1-6095-5FEA79DA7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1A759-8501-10D7-60BA-8E8E2147A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BF5C-8B73-4664-9B25-5FA997FFEB7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3061D-64C5-4F30-EDCB-430A0A33D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AA318-C182-0E08-2868-3BF83987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59E9-3B7A-4322-AF1F-49E1B2AAEF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695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F5E47-A0D3-406E-0862-64C12D8B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783014-5EE0-0D45-C0E7-047AFEA8B2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56D26-1D96-1A46-48D1-46D6D74E8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D634F-9603-4B12-27E4-BBC0C812C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BF5C-8B73-4664-9B25-5FA997FFEB7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636F2-DC1D-A580-B7FE-34C0FA2A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A6932-AE35-ED45-FC4C-59815927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59E9-3B7A-4322-AF1F-49E1B2AAEF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406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BF84-BA5B-C186-AF87-1C9CB6066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32384-9D2D-AF1B-0812-F3A870C56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CDB7A-D842-EC68-C4CC-E23ACCC8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BF5C-8B73-4664-9B25-5FA997FFEB7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B41F-8F4D-3AF2-F61E-EB6885A8F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E066A-5C9F-38F2-AAE8-19A4F9C0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59E9-3B7A-4322-AF1F-49E1B2AAEF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419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9BA135-95F8-2A16-A9CD-D3F2485BB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8B2FD-66D9-6694-8A08-0DFC6B2DB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70476-A557-61D9-E35A-51915818E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0BF5C-8B73-4664-9B25-5FA997FFEB7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7F5F5-3AC9-153E-4016-0A194AB4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5364F-8DAA-0C5F-1EAF-9A4F5A2C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D59E9-3B7A-4322-AF1F-49E1B2AAEF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6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BB3174-8144-B2BE-6DEA-8CED590B8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DD1DB-BBC3-B140-F126-04822D4EA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4D5D8-F819-E704-7E1D-6CB25E15C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F0BF5C-8B73-4664-9B25-5FA997FFEB7D}" type="datetimeFigureOut">
              <a:rPr lang="en-GB" smtClean="0"/>
              <a:t>28/08/2026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3574C-31CE-223F-F0C3-85A352756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8240D-4522-2BFC-2006-5FBD9D3FD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CD59E9-3B7A-4322-AF1F-49E1B2AAEF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067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2D38C0-C516-3973-0DE2-DD5949606134}"/>
              </a:ext>
            </a:extLst>
          </p:cNvPr>
          <p:cNvSpPr txBox="1"/>
          <p:nvPr/>
        </p:nvSpPr>
        <p:spPr>
          <a:xfrm>
            <a:off x="217309" y="192336"/>
            <a:ext cx="1116488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latin typeface="Aptos Display"/>
                <a:ea typeface="Calibri"/>
                <a:cs typeface="Calibri"/>
              </a:rPr>
              <a:t>Subject: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2A9351-2704-13E3-CA47-12333592AC89}"/>
              </a:ext>
            </a:extLst>
          </p:cNvPr>
          <p:cNvSpPr txBox="1"/>
          <p:nvPr/>
        </p:nvSpPr>
        <p:spPr>
          <a:xfrm>
            <a:off x="217309" y="1201738"/>
            <a:ext cx="1116488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latin typeface="Aptos Display"/>
                <a:ea typeface="Calibri"/>
                <a:cs typeface="Calibri"/>
              </a:rPr>
              <a:t>Topic: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91FDCA-6E3D-5F4C-7528-B9130C4C5337}"/>
              </a:ext>
            </a:extLst>
          </p:cNvPr>
          <p:cNvSpPr txBox="1"/>
          <p:nvPr/>
        </p:nvSpPr>
        <p:spPr>
          <a:xfrm>
            <a:off x="217309" y="2211140"/>
            <a:ext cx="1116488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latin typeface="Aptos Display"/>
                <a:ea typeface="Calibri"/>
                <a:cs typeface="Calibri"/>
              </a:rPr>
              <a:t>Class: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4ECB4F-93B3-7B03-E947-56FF8FD51DC2}"/>
              </a:ext>
            </a:extLst>
          </p:cNvPr>
          <p:cNvSpPr txBox="1"/>
          <p:nvPr/>
        </p:nvSpPr>
        <p:spPr>
          <a:xfrm>
            <a:off x="217309" y="3220542"/>
            <a:ext cx="1116488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latin typeface="Aptos Display"/>
                <a:ea typeface="Calibri"/>
                <a:cs typeface="Calibri"/>
              </a:rPr>
              <a:t>Date: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E5F691-57FB-AB54-9DD0-B97B60A17172}"/>
              </a:ext>
            </a:extLst>
          </p:cNvPr>
          <p:cNvSpPr txBox="1"/>
          <p:nvPr/>
        </p:nvSpPr>
        <p:spPr>
          <a:xfrm>
            <a:off x="217309" y="4229944"/>
            <a:ext cx="1116488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 dirty="0">
                <a:latin typeface="Aptos Display"/>
                <a:ea typeface="Calibri"/>
                <a:cs typeface="Calibri"/>
              </a:rPr>
              <a:t>Teacher: </a:t>
            </a:r>
          </a:p>
        </p:txBody>
      </p:sp>
    </p:spTree>
    <p:extLst>
      <p:ext uri="{BB962C8B-B14F-4D97-AF65-F5344CB8AC3E}">
        <p14:creationId xmlns:p14="http://schemas.microsoft.com/office/powerpoint/2010/main" val="291295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1DA7-A5E5-FFA0-03BD-B1C329C8F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0" y="505447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b="1" dirty="0">
                <a:solidFill>
                  <a:srgbClr val="006166"/>
                </a:solidFill>
              </a:rPr>
              <a:t>Do Now</a:t>
            </a: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A58196BF-5C74-1410-A0C0-8D73A57640CB}"/>
              </a:ext>
            </a:extLst>
          </p:cNvPr>
          <p:cNvSpPr/>
          <p:nvPr/>
        </p:nvSpPr>
        <p:spPr>
          <a:xfrm>
            <a:off x="42" y="885"/>
            <a:ext cx="2347001" cy="2334689"/>
          </a:xfrm>
          <a:prstGeom prst="diagStripe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D0ED1174-A9A9-0DFC-EA12-FF1B69FDE2B7}"/>
              </a:ext>
            </a:extLst>
          </p:cNvPr>
          <p:cNvSpPr txBox="1"/>
          <p:nvPr/>
        </p:nvSpPr>
        <p:spPr>
          <a:xfrm rot="18900000">
            <a:off x="-68033" y="613850"/>
            <a:ext cx="2007011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 dirty="0">
                <a:solidFill>
                  <a:srgbClr val="FFFFFF"/>
                </a:solidFill>
                <a:latin typeface="Aptos Display"/>
              </a:rPr>
              <a:t>ENGAGE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60135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05A67-12B0-0ED9-F2F8-273907BF5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29151-7152-6036-C282-3F9005E7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0" y="505447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6166"/>
                </a:solidFill>
              </a:rPr>
              <a:t>Today's Learning Focus</a:t>
            </a:r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49817EA2-7FC2-16AE-89D4-5D900CB5022C}"/>
              </a:ext>
            </a:extLst>
          </p:cNvPr>
          <p:cNvSpPr/>
          <p:nvPr/>
        </p:nvSpPr>
        <p:spPr>
          <a:xfrm>
            <a:off x="42" y="885"/>
            <a:ext cx="2347001" cy="2334689"/>
          </a:xfrm>
          <a:prstGeom prst="diagStripe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F67F9197-62D4-0AA4-5258-C898F6D5F5DE}"/>
              </a:ext>
            </a:extLst>
          </p:cNvPr>
          <p:cNvSpPr txBox="1"/>
          <p:nvPr/>
        </p:nvSpPr>
        <p:spPr>
          <a:xfrm rot="18900000">
            <a:off x="-68033" y="613850"/>
            <a:ext cx="2007011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 dirty="0">
                <a:solidFill>
                  <a:srgbClr val="FFFFFF"/>
                </a:solidFill>
                <a:latin typeface="Aptos Display"/>
              </a:rPr>
              <a:t>ENGAGE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811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14289-9165-C387-13F4-27F17B6C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agonal Stripe 2">
            <a:extLst>
              <a:ext uri="{FF2B5EF4-FFF2-40B4-BE49-F238E27FC236}">
                <a16:creationId xmlns:a16="http://schemas.microsoft.com/office/drawing/2014/main" id="{79A1F6EE-C6D2-678B-E790-D27D80A1D0AD}"/>
              </a:ext>
            </a:extLst>
          </p:cNvPr>
          <p:cNvSpPr/>
          <p:nvPr/>
        </p:nvSpPr>
        <p:spPr>
          <a:xfrm>
            <a:off x="42" y="885"/>
            <a:ext cx="2347001" cy="2334689"/>
          </a:xfrm>
          <a:prstGeom prst="diagStripe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295F1039-BDD6-85D9-9833-3F272A2A6987}"/>
              </a:ext>
            </a:extLst>
          </p:cNvPr>
          <p:cNvSpPr txBox="1"/>
          <p:nvPr/>
        </p:nvSpPr>
        <p:spPr>
          <a:xfrm rot="18900000">
            <a:off x="-83975" y="575363"/>
            <a:ext cx="211586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>
                <a:solidFill>
                  <a:srgbClr val="FFFFFF"/>
                </a:solidFill>
                <a:latin typeface="Aptos Display"/>
              </a:rPr>
              <a:t>EXPLORE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38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0F37C-6E64-CFE7-8F78-E076895E9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A1290-666F-E386-A617-964BA26AD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0" y="505447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6166"/>
                </a:solidFill>
              </a:rPr>
              <a:t>New Learning</a:t>
            </a:r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B96B6332-7516-E468-E82C-11C6B95FE42F}"/>
              </a:ext>
            </a:extLst>
          </p:cNvPr>
          <p:cNvSpPr/>
          <p:nvPr/>
        </p:nvSpPr>
        <p:spPr>
          <a:xfrm>
            <a:off x="42" y="885"/>
            <a:ext cx="2347001" cy="2334689"/>
          </a:xfrm>
          <a:prstGeom prst="diagStripe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B17CD9D5-C560-2AE8-D6FA-D1DB3C9F3CA0}"/>
              </a:ext>
            </a:extLst>
          </p:cNvPr>
          <p:cNvSpPr txBox="1"/>
          <p:nvPr/>
        </p:nvSpPr>
        <p:spPr>
          <a:xfrm rot="18900000">
            <a:off x="-83975" y="575363"/>
            <a:ext cx="211586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>
                <a:solidFill>
                  <a:srgbClr val="FFFFFF"/>
                </a:solidFill>
                <a:latin typeface="Aptos Display"/>
              </a:rPr>
              <a:t>EXPLAIN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0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60664-322C-42E1-1EC5-45576487A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DC553-1DFC-A704-2453-CC96E2ADD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0" y="505447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6166"/>
                </a:solidFill>
              </a:rPr>
              <a:t>Key Vocabulary</a:t>
            </a:r>
            <a:endParaRPr lang="en-US" sz="5400" b="1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CB118B4D-0218-6917-027F-D62F4A558114}"/>
              </a:ext>
            </a:extLst>
          </p:cNvPr>
          <p:cNvSpPr/>
          <p:nvPr/>
        </p:nvSpPr>
        <p:spPr>
          <a:xfrm>
            <a:off x="42" y="885"/>
            <a:ext cx="2347001" cy="2334689"/>
          </a:xfrm>
          <a:prstGeom prst="diagStripe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C76BF66D-72C5-7B39-D0C3-8F273606CE55}"/>
              </a:ext>
            </a:extLst>
          </p:cNvPr>
          <p:cNvSpPr txBox="1"/>
          <p:nvPr/>
        </p:nvSpPr>
        <p:spPr>
          <a:xfrm rot="18900000">
            <a:off x="-83975" y="575363"/>
            <a:ext cx="211586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>
                <a:solidFill>
                  <a:srgbClr val="FFFFFF"/>
                </a:solidFill>
                <a:latin typeface="Aptos Display"/>
              </a:rPr>
              <a:t>EXPLAIN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55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91E61-1484-989C-EE5D-3A565131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FE8A8-D390-D158-661E-44EFC03EE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0" y="505447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6166"/>
                </a:solidFill>
              </a:rPr>
              <a:t>Modeling</a:t>
            </a:r>
            <a:endParaRPr lang="en-US" sz="5400" b="1" dirty="0"/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9350C63C-75C7-6B40-502B-A264F57398E5}"/>
              </a:ext>
            </a:extLst>
          </p:cNvPr>
          <p:cNvSpPr/>
          <p:nvPr/>
        </p:nvSpPr>
        <p:spPr>
          <a:xfrm>
            <a:off x="42" y="885"/>
            <a:ext cx="2347001" cy="2334689"/>
          </a:xfrm>
          <a:prstGeom prst="diagStripe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4D719EB1-A73D-8747-EED4-B3A42FBD071F}"/>
              </a:ext>
            </a:extLst>
          </p:cNvPr>
          <p:cNvSpPr txBox="1"/>
          <p:nvPr/>
        </p:nvSpPr>
        <p:spPr>
          <a:xfrm rot="18900000">
            <a:off x="-83975" y="575363"/>
            <a:ext cx="211586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>
                <a:solidFill>
                  <a:srgbClr val="FFFFFF"/>
                </a:solidFill>
                <a:latin typeface="Aptos Display"/>
              </a:rPr>
              <a:t>EXPLAIN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05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7A45C-281C-394F-F554-C95EC2C4F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DC8E-C351-345F-2D1D-145DDEDC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0" y="505447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6166"/>
                </a:solidFill>
              </a:rPr>
              <a:t>Guided Practice</a:t>
            </a:r>
          </a:p>
        </p:txBody>
      </p:sp>
      <p:sp>
        <p:nvSpPr>
          <p:cNvPr id="7" name="Diagonal Stripe 6">
            <a:extLst>
              <a:ext uri="{FF2B5EF4-FFF2-40B4-BE49-F238E27FC236}">
                <a16:creationId xmlns:a16="http://schemas.microsoft.com/office/drawing/2014/main" id="{2B4164B8-EC72-A7C4-59BD-2A72691687CC}"/>
              </a:ext>
            </a:extLst>
          </p:cNvPr>
          <p:cNvSpPr/>
          <p:nvPr/>
        </p:nvSpPr>
        <p:spPr>
          <a:xfrm>
            <a:off x="42" y="885"/>
            <a:ext cx="2347001" cy="2334689"/>
          </a:xfrm>
          <a:prstGeom prst="diagStripe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1D867378-9097-0282-38B0-04D42B957D9E}"/>
              </a:ext>
            </a:extLst>
          </p:cNvPr>
          <p:cNvSpPr txBox="1"/>
          <p:nvPr/>
        </p:nvSpPr>
        <p:spPr>
          <a:xfrm rot="18900000">
            <a:off x="-83975" y="636917"/>
            <a:ext cx="211586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>
                <a:solidFill>
                  <a:srgbClr val="FFFFFF"/>
                </a:solidFill>
                <a:latin typeface="Aptos Display"/>
              </a:rPr>
              <a:t>ELABORATE</a:t>
            </a:r>
            <a:endParaRPr lang="en-US" sz="280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3159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09D8-72BB-9F24-7A6A-3D513E7F9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75C49-E50C-5046-3E13-369F36BF7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0" y="505447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6166"/>
                </a:solidFill>
              </a:rPr>
              <a:t>Independent Practice</a:t>
            </a:r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44FAE5F3-B152-BC59-1623-6BE6E6F0BAE9}"/>
              </a:ext>
            </a:extLst>
          </p:cNvPr>
          <p:cNvSpPr/>
          <p:nvPr/>
        </p:nvSpPr>
        <p:spPr>
          <a:xfrm>
            <a:off x="42" y="885"/>
            <a:ext cx="2347001" cy="2334689"/>
          </a:xfrm>
          <a:prstGeom prst="diagStripe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C1D12B79-1FA8-62FF-2867-BAFAA903420F}"/>
              </a:ext>
            </a:extLst>
          </p:cNvPr>
          <p:cNvSpPr txBox="1"/>
          <p:nvPr/>
        </p:nvSpPr>
        <p:spPr>
          <a:xfrm rot="18900000">
            <a:off x="-83975" y="636917"/>
            <a:ext cx="211586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>
                <a:solidFill>
                  <a:srgbClr val="FFFFFF"/>
                </a:solidFill>
                <a:latin typeface="Aptos Display"/>
              </a:rPr>
              <a:t>ELABORATE</a:t>
            </a:r>
            <a:endParaRPr lang="en-US" sz="280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0836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7568B-6A67-94E8-F869-EB4F9387B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8EB74-1B5D-99BE-66AF-B1CAA2E38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320" y="505447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6166"/>
                </a:solidFill>
              </a:rPr>
              <a:t>Exit Task</a:t>
            </a:r>
          </a:p>
        </p:txBody>
      </p:sp>
      <p:sp>
        <p:nvSpPr>
          <p:cNvPr id="5" name="Diagonal Stripe 4">
            <a:extLst>
              <a:ext uri="{FF2B5EF4-FFF2-40B4-BE49-F238E27FC236}">
                <a16:creationId xmlns:a16="http://schemas.microsoft.com/office/drawing/2014/main" id="{141FBB25-8B82-AE73-4D6C-DEDF19C1A8FA}"/>
              </a:ext>
            </a:extLst>
          </p:cNvPr>
          <p:cNvSpPr/>
          <p:nvPr/>
        </p:nvSpPr>
        <p:spPr>
          <a:xfrm>
            <a:off x="42" y="885"/>
            <a:ext cx="2347001" cy="2334689"/>
          </a:xfrm>
          <a:prstGeom prst="diagStripe">
            <a:avLst/>
          </a:prstGeom>
          <a:solidFill>
            <a:srgbClr val="0061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12">
            <a:extLst>
              <a:ext uri="{FF2B5EF4-FFF2-40B4-BE49-F238E27FC236}">
                <a16:creationId xmlns:a16="http://schemas.microsoft.com/office/drawing/2014/main" id="{AD84E0C2-CFEC-8AAE-4E95-8BB1F88B1F80}"/>
              </a:ext>
            </a:extLst>
          </p:cNvPr>
          <p:cNvSpPr txBox="1"/>
          <p:nvPr/>
        </p:nvSpPr>
        <p:spPr>
          <a:xfrm rot="18900000">
            <a:off x="-83975" y="606140"/>
            <a:ext cx="2115868" cy="5847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1">
                <a:solidFill>
                  <a:srgbClr val="FFFFFF"/>
                </a:solidFill>
                <a:latin typeface="Aptos Display"/>
              </a:rPr>
              <a:t>EVALUATE</a:t>
            </a:r>
            <a:endParaRPr lang="en-US" sz="320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1227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35</Words>
  <Application>Microsoft Office PowerPoint</Application>
  <PresentationFormat>Widescreen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Do Now</vt:lpstr>
      <vt:lpstr>Today's Learning Focus</vt:lpstr>
      <vt:lpstr>PowerPoint Presentation</vt:lpstr>
      <vt:lpstr>New Learning</vt:lpstr>
      <vt:lpstr>Key Vocabulary</vt:lpstr>
      <vt:lpstr>Modeling</vt:lpstr>
      <vt:lpstr>Guided Practice</vt:lpstr>
      <vt:lpstr>Independent Practice</vt:lpstr>
      <vt:lpstr>Exit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Sohel Patel</dc:creator>
  <cp:lastModifiedBy>Sohel Patel</cp:lastModifiedBy>
  <cp:revision>4</cp:revision>
  <dcterms:created xsi:type="dcterms:W3CDTF">2026-08-27T19:46:02Z</dcterms:created>
  <dcterms:modified xsi:type="dcterms:W3CDTF">2026-08-28T11:28:47Z</dcterms:modified>
</cp:coreProperties>
</file>